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de Ciencia de Datos – Ventas UY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Predicción de la Opinión del Cliente</a:t>
            </a:r>
          </a:p>
          <a:p>
            <a:r>
              <a:t>Gonzalo Ramallo –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del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Hoy la opinión del cliente se conoce cuando la venta ya ocurrió.</a:t>
            </a:r>
          </a:p>
          <a:p>
            <a:r>
              <a:t>Esto limita la reacción comercial y operativa.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Planteo del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Objetivo: predecir la Opinión del cliente</a:t>
            </a:r>
          </a:p>
          <a:p>
            <a:r>
              <a:t>(Mala / Regular / Buena / Excelente)</a:t>
            </a:r>
          </a:p>
          <a:p>
            <a:endParaRPr/>
          </a:p>
          <a:p>
            <a:r>
              <a:t>Tipo de problema: Clasificación multiclase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para el área de ventas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Anticipar experiencias negativas</a:t>
            </a:r>
          </a:p>
          <a:p>
            <a:r>
              <a:t>- Priorizar acciones comerciales</a:t>
            </a:r>
          </a:p>
          <a:p>
            <a:r>
              <a:t>- Detectar oportunidades por región y producto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Datos utilizados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Más de 3.000 ventas</a:t>
            </a:r>
          </a:p>
          <a:p>
            <a:r>
              <a:t>Variables transaccionales, logísticas y de contexto</a:t>
            </a:r>
          </a:p>
          <a:p>
            <a:r>
              <a:t>Datos personales anonimizados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Distribución de la opinión del cliente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y validación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Modelos probados: Regresión Logística, Random Forest y XGBoost</a:t>
            </a:r>
          </a:p>
          <a:p>
            <a:r>
              <a:t>Validación cruzada K-Fold para asegurar estabilidad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del modelo (Test)</a:t>
            </a:r>
          </a:p>
        </p:txBody>
      </p:sp>
      <p:pic>
        <p:nvPicPr>
          <p:cNvPr id="3" name="Picture 2" descr="f0215126-1bb7-48d8-b3f1-c014d306b9ff.png"/>
          <p:cNvPicPr>
            <a:picLocks noChangeAspect="1"/>
          </p:cNvPicPr>
          <p:nvPr/>
        </p:nvPicPr>
        <p:blipFill>
          <a:blip r:embed="rId2"/>
          <a:srcRect l="1700" t="63051" r="32205"/>
          <a:stretch>
            <a:fillRect/>
          </a:stretch>
        </p:blipFill>
        <p:spPr>
          <a:xfrm>
            <a:off x="1301750" y="1701800"/>
            <a:ext cx="7159300" cy="27241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Factores que impactan la experiencia (SHAP)</a:t>
            </a:r>
          </a:p>
        </p:txBody>
      </p:sp>
      <p:pic>
        <p:nvPicPr>
          <p:cNvPr id="3" name="Picture 2" descr="1bd0b9c6-df1e-4a45-ba82-d8946ccc07ed.png"/>
          <p:cNvPicPr>
            <a:picLocks noChangeAspect="1"/>
          </p:cNvPicPr>
          <p:nvPr/>
        </p:nvPicPr>
        <p:blipFill>
          <a:blip r:embed="rId2"/>
          <a:srcRect l="1823" t="67428"/>
          <a:stretch>
            <a:fillRect/>
          </a:stretch>
        </p:blipFill>
        <p:spPr>
          <a:xfrm>
            <a:off x="958850" y="1574800"/>
            <a:ext cx="7181850" cy="2683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Conclusiones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 err="1"/>
              <a:t>Precio</a:t>
            </a:r>
            <a:r>
              <a:rPr sz="2000" dirty="0"/>
              <a:t>, total de </a:t>
            </a:r>
            <a:r>
              <a:rPr sz="2000" dirty="0" err="1"/>
              <a:t>venta</a:t>
            </a:r>
            <a:r>
              <a:rPr sz="2000" dirty="0"/>
              <a:t> y </a:t>
            </a:r>
            <a:r>
              <a:rPr sz="2000" dirty="0" err="1"/>
              <a:t>tipo</a:t>
            </a:r>
            <a:r>
              <a:rPr sz="2000" dirty="0"/>
              <a:t> de </a:t>
            </a:r>
            <a:r>
              <a:rPr sz="2000" dirty="0" err="1"/>
              <a:t>entrega</a:t>
            </a:r>
            <a:r>
              <a:rPr sz="2000" dirty="0"/>
              <a:t> son claves.</a:t>
            </a:r>
          </a:p>
          <a:p>
            <a:r>
              <a:rPr sz="2000" dirty="0"/>
              <a:t>La </a:t>
            </a:r>
            <a:r>
              <a:rPr sz="2000" dirty="0" err="1"/>
              <a:t>experiencia</a:t>
            </a:r>
            <a:r>
              <a:rPr sz="2000" dirty="0"/>
              <a:t> no </a:t>
            </a:r>
            <a:r>
              <a:rPr sz="2000" dirty="0" err="1"/>
              <a:t>depende</a:t>
            </a:r>
            <a:r>
              <a:rPr sz="2000" dirty="0"/>
              <a:t> solo del </a:t>
            </a:r>
            <a:r>
              <a:rPr sz="2000" dirty="0" err="1"/>
              <a:t>producto</a:t>
            </a:r>
            <a:r>
              <a:rPr sz="2000" dirty="0"/>
              <a:t>.</a:t>
            </a:r>
          </a:p>
          <a:p>
            <a:endParaRPr sz="2000" dirty="0"/>
          </a:p>
          <a:p>
            <a:r>
              <a:rPr sz="2000" dirty="0"/>
              <a:t>El </a:t>
            </a:r>
            <a:r>
              <a:rPr sz="2000" dirty="0" err="1"/>
              <a:t>modelo</a:t>
            </a:r>
            <a:r>
              <a:rPr sz="2000" dirty="0"/>
              <a:t> </a:t>
            </a: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anticipar</a:t>
            </a:r>
            <a:r>
              <a:rPr sz="2000" dirty="0"/>
              <a:t> </a:t>
            </a:r>
            <a:r>
              <a:rPr sz="2000" dirty="0" err="1"/>
              <a:t>riesgos</a:t>
            </a:r>
            <a:r>
              <a:rPr sz="2000" dirty="0"/>
              <a:t> y </a:t>
            </a:r>
            <a:r>
              <a:rPr sz="2000" dirty="0" err="1"/>
              <a:t>priorizar</a:t>
            </a:r>
            <a:r>
              <a:rPr sz="2000" dirty="0"/>
              <a:t> </a:t>
            </a:r>
            <a:r>
              <a:rPr sz="2000" dirty="0" err="1"/>
              <a:t>acciones</a:t>
            </a:r>
            <a:r>
              <a:rPr sz="2000" dirty="0"/>
              <a:t>.</a:t>
            </a:r>
            <a:endParaRPr lang="en-US" sz="2000" dirty="0"/>
          </a:p>
          <a:p>
            <a:endParaRPr lang="es-UY" sz="2000" dirty="0"/>
          </a:p>
          <a:p>
            <a:r>
              <a:rPr lang="es-UY" sz="2000" b="1" dirty="0"/>
              <a:t>Acciones sugeridas</a:t>
            </a:r>
            <a:endParaRPr lang="es-UY" sz="2000" dirty="0"/>
          </a:p>
          <a:p>
            <a:r>
              <a:rPr lang="es-UY" sz="2000" dirty="0"/>
              <a:t>Ajustar </a:t>
            </a:r>
            <a:r>
              <a:rPr lang="es-UY" sz="2000" dirty="0" err="1"/>
              <a:t>pricing</a:t>
            </a:r>
            <a:r>
              <a:rPr lang="es-UY" sz="2000" dirty="0"/>
              <a:t> en segmentos sensibles</a:t>
            </a:r>
          </a:p>
          <a:p>
            <a:r>
              <a:rPr lang="es-UY" sz="2000" dirty="0"/>
              <a:t>Focalizar mejoras logísticas por región</a:t>
            </a:r>
          </a:p>
          <a:p>
            <a:r>
              <a:rPr lang="es-UY" sz="2000" dirty="0"/>
              <a:t>Usar el modelo como alerta temprana en ventas</a:t>
            </a:r>
          </a:p>
          <a:p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193</Words>
  <Application>Microsoft Office PowerPoint</Application>
  <PresentationFormat>Presentación en pantalla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Proyecto de Ciencia de Datos – Ventas UY</vt:lpstr>
      <vt:lpstr>Contexto del negocio</vt:lpstr>
      <vt:lpstr>Planteo del problema</vt:lpstr>
      <vt:lpstr>Valor para el área de ventas</vt:lpstr>
      <vt:lpstr>Datos utilizados</vt:lpstr>
      <vt:lpstr>Distribución de la opinión del cliente</vt:lpstr>
      <vt:lpstr>Modelos y validación</vt:lpstr>
      <vt:lpstr>Evaluación del modelo (Test)</vt:lpstr>
      <vt:lpstr>Factores que impactan la experiencia (SHAP)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Gonzalo Ramallo</cp:lastModifiedBy>
  <cp:revision>2</cp:revision>
  <dcterms:created xsi:type="dcterms:W3CDTF">2013-01-27T09:14:16Z</dcterms:created>
  <dcterms:modified xsi:type="dcterms:W3CDTF">2025-12-12T23:36:13Z</dcterms:modified>
  <cp:category/>
</cp:coreProperties>
</file>